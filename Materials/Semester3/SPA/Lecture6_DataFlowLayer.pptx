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05" autoAdjust="0"/>
  </p:normalViewPr>
  <p:slideViewPr>
    <p:cSldViewPr>
      <p:cViewPr varScale="1">
        <p:scale>
          <a:sx n="70" d="100"/>
          <a:sy n="70" d="100"/>
        </p:scale>
        <p:origin x="702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8/19/2019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SME’s name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 smtClean="0"/>
              <a:t>Click to edit </a:t>
            </a:r>
          </a:p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smtClean="0"/>
              <a:t>Click to edit Session 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Flow Manager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211D71"/>
                </a:solidFill>
              </a:rPr>
              <a:t>Pravin Y Pawar</a:t>
            </a:r>
            <a:endParaRPr lang="en-US" sz="1800" dirty="0">
              <a:solidFill>
                <a:srgbClr val="211D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Distributed </a:t>
            </a:r>
            <a:r>
              <a:rPr lang="en-US" dirty="0">
                <a:latin typeface="Arial" charset="0"/>
                <a:cs typeface="Arial" charset="0"/>
              </a:rPr>
              <a:t>Data Flows</a:t>
            </a:r>
            <a:br>
              <a:rPr lang="en-US" dirty="0">
                <a:latin typeface="Arial" charset="0"/>
                <a:cs typeface="Arial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038599"/>
          </a:xfrm>
        </p:spPr>
        <p:txBody>
          <a:bodyPr>
            <a:normAutofit/>
          </a:bodyPr>
          <a:lstStyle/>
          <a:p>
            <a:r>
              <a:rPr lang="en-US" dirty="0"/>
              <a:t>Distributed state management is required in order to process the data in scalable way </a:t>
            </a:r>
          </a:p>
          <a:p>
            <a:endParaRPr lang="en-US" dirty="0"/>
          </a:p>
          <a:p>
            <a:r>
              <a:rPr lang="en-US" dirty="0"/>
              <a:t>Distributed data flows consists of 	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 collection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 processing</a:t>
            </a:r>
          </a:p>
          <a:p>
            <a:endParaRPr lang="en-US" dirty="0"/>
          </a:p>
          <a:p>
            <a:r>
              <a:rPr lang="en-US" dirty="0"/>
              <a:t>Systems for data flow management have matured over the years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In-house developments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Standard queuing systems like </a:t>
            </a:r>
            <a:r>
              <a:rPr lang="en-US" dirty="0" err="1"/>
              <a:t>ActiveMQ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Services like Kafka and Flume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Need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Distributed </a:t>
            </a:r>
            <a:r>
              <a:rPr lang="en-US" dirty="0">
                <a:latin typeface="Arial" charset="0"/>
                <a:cs typeface="Arial" charset="0"/>
              </a:rPr>
              <a:t>Data Flows systems</a:t>
            </a:r>
            <a:br>
              <a:rPr lang="en-US" dirty="0">
                <a:latin typeface="Arial" charset="0"/>
                <a:cs typeface="Arial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Systems should support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“At least once” delivery semantic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Solving “n+1” delivery problem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Requirement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71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 </a:t>
            </a:r>
            <a:r>
              <a:rPr lang="en-US" dirty="0"/>
              <a:t>Delivery Semantic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Three options for data delivery and processing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At most once delivery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At least once delivery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Exactly once delivery </a:t>
            </a:r>
          </a:p>
          <a:p>
            <a:pPr lvl="1"/>
            <a:endParaRPr lang="en-IN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24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At </a:t>
            </a:r>
            <a:r>
              <a:rPr lang="en-US" dirty="0">
                <a:latin typeface="Arial" charset="0"/>
                <a:cs typeface="Arial" charset="0"/>
              </a:rPr>
              <a:t>most once delivery semantic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Systems used for monitoring purposes</a:t>
            </a:r>
          </a:p>
          <a:p>
            <a:r>
              <a:rPr lang="en-US" dirty="0"/>
              <a:t>Important to inform the admins about the problems</a:t>
            </a:r>
          </a:p>
          <a:p>
            <a:r>
              <a:rPr lang="en-US" dirty="0"/>
              <a:t>Not all data transmissions required</a:t>
            </a:r>
          </a:p>
          <a:p>
            <a:r>
              <a:rPr lang="en-US" dirty="0"/>
              <a:t>Down-sample the data to improve performance</a:t>
            </a:r>
          </a:p>
          <a:p>
            <a:r>
              <a:rPr lang="en-US" dirty="0"/>
              <a:t>Data loss is approximately known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6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Exactly </a:t>
            </a:r>
            <a:r>
              <a:rPr lang="en-US" dirty="0">
                <a:latin typeface="Arial" charset="0"/>
                <a:cs typeface="Arial" charset="0"/>
              </a:rPr>
              <a:t>once delivery semantic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Financial systems or advertising systems</a:t>
            </a:r>
          </a:p>
          <a:p>
            <a:r>
              <a:rPr lang="en-US" dirty="0"/>
              <a:t>Every message has to be delivered only once </a:t>
            </a:r>
          </a:p>
          <a:p>
            <a:r>
              <a:rPr lang="en-US" dirty="0"/>
              <a:t>Data loss not affordable as it might be revenue loss</a:t>
            </a:r>
          </a:p>
          <a:p>
            <a:r>
              <a:rPr lang="en-US" dirty="0"/>
              <a:t>Achieved through queuing systems like </a:t>
            </a:r>
            <a:r>
              <a:rPr lang="en-US" dirty="0" err="1"/>
              <a:t>ActiveMQ</a:t>
            </a:r>
            <a:r>
              <a:rPr lang="en-US" dirty="0"/>
              <a:t>, </a:t>
            </a:r>
            <a:r>
              <a:rPr lang="en-US" dirty="0" err="1"/>
              <a:t>RabbitMQ</a:t>
            </a:r>
            <a:endParaRPr lang="en-US" dirty="0"/>
          </a:p>
          <a:p>
            <a:r>
              <a:rPr lang="en-US" dirty="0"/>
              <a:t>Usually queue semantics implemented on server side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0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At </a:t>
            </a:r>
            <a:r>
              <a:rPr lang="en-US" dirty="0">
                <a:latin typeface="Arial" charset="0"/>
                <a:cs typeface="Arial" charset="0"/>
              </a:rPr>
              <a:t>least once delivery semantic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Balance two extremes by providing reliable message delivery by pushing the message handling semantics to the consumer</a:t>
            </a:r>
          </a:p>
          <a:p>
            <a:r>
              <a:rPr lang="en-US" dirty="0"/>
              <a:t>Consumers are free to implement message handling without bothered about other consumers</a:t>
            </a:r>
          </a:p>
          <a:p>
            <a:r>
              <a:rPr lang="en-US" dirty="0"/>
              <a:t>Dependent on application logic and handled in application level only 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7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“n+1” problem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data processing pipeline, every time a new service or processing mechanism is added it must integrate with each of the other systems in place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Common </a:t>
            </a:r>
            <a:r>
              <a:rPr lang="en-US" dirty="0" err="1"/>
              <a:t>antipattern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Handling interaction between systems becomes pain point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/>
              <a:t>Data flow systems standardizes the communication between the bus layer and each application , also it manages the physical flow of messages between systems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Allows any number of consumers and producers to communicate using common protocol 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84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Example </a:t>
            </a:r>
            <a:r>
              <a:rPr lang="en-US" dirty="0"/>
              <a:t>Systems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886199"/>
          </a:xfrm>
        </p:spPr>
        <p:txBody>
          <a:bodyPr>
            <a:normAutofit/>
          </a:bodyPr>
          <a:lstStyle/>
          <a:p>
            <a:r>
              <a:rPr lang="en-US" dirty="0"/>
              <a:t>High performance systems with sufficient scalability to support real time streaming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Apache Kafka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Flume by Cloudera</a:t>
            </a:r>
          </a:p>
          <a:p>
            <a:endParaRPr lang="en-US" dirty="0"/>
          </a:p>
          <a:p>
            <a:r>
              <a:rPr lang="en-US" dirty="0"/>
              <a:t>Kafka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Directed towards users who are building applications from scratch, giving them the freedom to directly integrate a data motion system </a:t>
            </a:r>
          </a:p>
          <a:p>
            <a:endParaRPr lang="en-US" dirty="0"/>
          </a:p>
          <a:p>
            <a:r>
              <a:rPr lang="en-US" dirty="0"/>
              <a:t>Flume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Design makes it well suited to environments that have existing applications that needs to be federated into single processing environment 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05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 smtClean="0"/>
              <a:t>In our next </a:t>
            </a:r>
            <a:r>
              <a:rPr lang="en-US" dirty="0" smtClean="0"/>
              <a:t>session : Streaming </a:t>
            </a:r>
            <a:r>
              <a:rPr lang="en-US" dirty="0"/>
              <a:t>Data Processor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651f49b607e63b4621d968364e44241e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dad06059cb427601ab6e0d24a92b23b5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15" nillable="true" ma:displayName="Notebook Type" ma:internalName="NotebookType">
      <xsd:simpleType>
        <xsd:restriction base="dms:Text"/>
      </xsd:simpleType>
    </xsd:element>
    <xsd:element name="FolderType" ma:index="16" nillable="true" ma:displayName="Folder Type" ma:internalName="FolderType">
      <xsd:simpleType>
        <xsd:restriction base="dms:Text"/>
      </xsd:simpleType>
    </xsd:element>
    <xsd:element name="CultureName" ma:index="17" nillable="true" ma:displayName="Culture Name" ma:internalName="CultureName">
      <xsd:simpleType>
        <xsd:restriction base="dms:Text"/>
      </xsd:simpleType>
    </xsd:element>
    <xsd:element name="AppVersion" ma:index="18" nillable="true" ma:displayName="App Version" ma:internalName="AppVersion">
      <xsd:simpleType>
        <xsd:restriction base="dms:Text"/>
      </xsd:simpleType>
    </xsd:element>
    <xsd:element name="TeamsChannelId" ma:index="19" nillable="true" ma:displayName="Teams Channel Id" ma:internalName="TeamsChannelId">
      <xsd:simpleType>
        <xsd:restriction base="dms:Text"/>
      </xsd:simpleType>
    </xsd:element>
    <xsd:element name="Owner" ma:index="2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1" nillable="true" ma:displayName="Math Settings" ma:internalName="Math_Settings">
      <xsd:simpleType>
        <xsd:restriction base="dms:Text"/>
      </xsd:simpleType>
    </xsd:element>
    <xsd:element name="DefaultSectionNames" ma:index="22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3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4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5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6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7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8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1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2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3" nillable="true" ma:displayName="Is Collaboration Space Locked" ma:internalName="Is_Collaboration_Space_Locked">
      <xsd:simpleType>
        <xsd:restriction base="dms:Boolean"/>
      </xsd:simpleType>
    </xsd:element>
    <xsd:element name="IsNotebookLocked" ma:index="34" nillable="true" ma:displayName="Is Notebook Locked" ma:internalName="IsNotebookLocked">
      <xsd:simpleType>
        <xsd:restriction base="dms:Boolean"/>
      </xsd:simpleType>
    </xsd:element>
    <xsd:element name="Teams_Channel_Section_Location" ma:index="35" nillable="true" ma:displayName="Teams Channel Section Location" ma:internalName="Teams_Channel_Section_Loca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A4AEBCC8-C33E-4416-9D72-355D1DAA19EF}"/>
</file>

<file path=customXml/itemProps2.xml><?xml version="1.0" encoding="utf-8"?>
<ds:datastoreItem xmlns:ds="http://schemas.openxmlformats.org/officeDocument/2006/customXml" ds:itemID="{C9D83D6A-F077-4EF5-A4D1-130FE138EF3A}"/>
</file>

<file path=customXml/itemProps3.xml><?xml version="1.0" encoding="utf-8"?>
<ds:datastoreItem xmlns:ds="http://schemas.openxmlformats.org/officeDocument/2006/customXml" ds:itemID="{A7062C63-B9BC-4841-A80F-351BDB30AE8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3163</TotalTime>
  <Words>308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Helvetica</vt:lpstr>
      <vt:lpstr>Helvetica Light</vt:lpstr>
      <vt:lpstr>Wingdings</vt:lpstr>
      <vt:lpstr>Office Theme</vt:lpstr>
      <vt:lpstr>Data Flow Manager</vt:lpstr>
      <vt:lpstr> Distributed Data Flows </vt:lpstr>
      <vt:lpstr> Distributed Data Flows systems </vt:lpstr>
      <vt:lpstr> Data Delivery Semantic </vt:lpstr>
      <vt:lpstr> At most once delivery semantic </vt:lpstr>
      <vt:lpstr> Exactly once delivery semantic </vt:lpstr>
      <vt:lpstr> At least once delivery semantic </vt:lpstr>
      <vt:lpstr> The “n+1” problem </vt:lpstr>
      <vt:lpstr> Example Systems 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pawar</cp:lastModifiedBy>
  <cp:revision>227</cp:revision>
  <dcterms:created xsi:type="dcterms:W3CDTF">2018-10-16T06:13:57Z</dcterms:created>
  <dcterms:modified xsi:type="dcterms:W3CDTF">2019-08-19T10:18:47Z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